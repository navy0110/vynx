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048762b11a4821" /><Relationship Type="http://schemas.openxmlformats.org/officeDocument/2006/relationships/extended-properties" Target="/docProps/app.xml" Id="Rab71b938f62c4d6b" /><Relationship Type="http://schemas.openxmlformats.org/officeDocument/2006/relationships/officeDocument" Target="/ppt/presentation.xml" Id="R889d3995aaf844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cdc94842714878"/>
  </p:sldMasterIdLst>
  <p:notesMasterIdLst>
    <p:notesMasterId xmlns:r="http://schemas.openxmlformats.org/officeDocument/2006/relationships" r:id="R82a60ebde8f349c5"/>
  </p:notesMasterIdLst>
  <p:sldIdLst>
    <p:sldId xmlns:r="http://schemas.openxmlformats.org/officeDocument/2006/relationships" id="256" r:id="R151c76dcdc734541"/>
    <p:sldId xmlns:r="http://schemas.openxmlformats.org/officeDocument/2006/relationships" id="257" r:id="Rab15b3e71ab24164"/>
    <p:sldId xmlns:r="http://schemas.openxmlformats.org/officeDocument/2006/relationships" id="258" r:id="R333253a678264314"/>
    <p:sldId xmlns:r="http://schemas.openxmlformats.org/officeDocument/2006/relationships" id="259" r:id="R64d76affb7574738"/>
    <p:sldId xmlns:r="http://schemas.openxmlformats.org/officeDocument/2006/relationships" id="260" r:id="R7378173a804242da"/>
    <p:sldId xmlns:r="http://schemas.openxmlformats.org/officeDocument/2006/relationships" id="261" r:id="Reec7ee43854942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a920ccf5ad4b1a" /><Relationship Type="http://schemas.openxmlformats.org/officeDocument/2006/relationships/slideMaster" Target="/ppt/slideMasters/slideMaster1.xml" Id="Refcdc94842714878" /><Relationship Type="http://schemas.openxmlformats.org/officeDocument/2006/relationships/notesMaster" Target="/ppt/notesMasters/notesMaster1.xml" Id="R82a60ebde8f349c5" /><Relationship Type="http://schemas.openxmlformats.org/officeDocument/2006/relationships/presProps" Target="/ppt/presProps.xml" Id="R962f7dbeb20241d9" /><Relationship Type="http://schemas.openxmlformats.org/officeDocument/2006/relationships/tableStyles" Target="/ppt/tableStyles.xml" Id="Rf549910775a849f7" /><Relationship Type="http://schemas.openxmlformats.org/officeDocument/2006/relationships/slide" Target="/ppt/slides/slide1.xml" Id="R151c76dcdc734541" /><Relationship Type="http://schemas.openxmlformats.org/officeDocument/2006/relationships/slide" Target="/ppt/slides/slide2.xml" Id="Rab15b3e71ab24164" /><Relationship Type="http://schemas.openxmlformats.org/officeDocument/2006/relationships/slide" Target="/ppt/slides/slide3.xml" Id="R333253a678264314" /><Relationship Type="http://schemas.openxmlformats.org/officeDocument/2006/relationships/slide" Target="/ppt/slides/slide4.xml" Id="R64d76affb7574738" /><Relationship Type="http://schemas.openxmlformats.org/officeDocument/2006/relationships/slide" Target="/ppt/slides/slide5.xml" Id="R7378173a804242da" /><Relationship Type="http://schemas.openxmlformats.org/officeDocument/2006/relationships/slide" Target="/ppt/slides/slide6.xml" Id="Reec7ee43854942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a0e74ead874b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0d8743a542436e" /><Relationship Type="http://schemas.openxmlformats.org/officeDocument/2006/relationships/notesMaster" Target="/ppt/notesMasters/notesMaster1.xml" Id="Reef86d0edf7b4f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a99a6814b44bf2" /><Relationship Type="http://schemas.openxmlformats.org/officeDocument/2006/relationships/notesMaster" Target="/ppt/notesMasters/notesMaster1.xml" Id="R79741ee94e3d4e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b07e9fe32c48f9" /><Relationship Type="http://schemas.openxmlformats.org/officeDocument/2006/relationships/notesMaster" Target="/ppt/notesMasters/notesMaster1.xml" Id="R583d75238f404f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344c0e11284823" /><Relationship Type="http://schemas.openxmlformats.org/officeDocument/2006/relationships/notesMaster" Target="/ppt/notesMasters/notesMaster1.xml" Id="Ra6cce24fe5be4b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811725bb094b60" /><Relationship Type="http://schemas.openxmlformats.org/officeDocument/2006/relationships/notesMaster" Target="/ppt/notesMasters/notesMaster1.xml" Id="Rd636f0b6fcb248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58969f41d3480e" /><Relationship Type="http://schemas.openxmlformats.org/officeDocument/2006/relationships/notesMaster" Target="/ppt/notesMasters/notesMaster1.xml" Id="R4196cd0f175b40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0:00–0:15. Hola, estoy construyendo Vynx. Ayudamos a creadores a presentar su oferta y gestionar colaboraciones con marcas desde su propia página.</a:t>
            </a:r>
          </a:p>
          <a:p xmlns:a="http://schemas.openxmlformats.org/drawingml/2006/main">
            <a:r>
              <a:t>Referencia visual: https://vynx.me/ . Capacidades del MVP: proyecto local Vynx y pruebas reportadas por su creador.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0:15–0:35. Muchas colaboraciones comienzan en mensajes. La oferta, la propuesta y el seguimiento quedan repartidos. Nuestro punto de partida es reunir ese recorrido para que ambas partes sepan qué sigue. Es la hipótesis que queremos validar con usuarios.</a:t>
            </a:r>
          </a:p>
          <a:p xmlns:a="http://schemas.openxmlformats.org/drawingml/2006/main">
            <a:r>
              <a:t>Referencia visual: https://vynx.me/ . Capacidades del MVP: proyecto local Vynx y pruebas reportadas por su creador.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0:35–0:55. El creador personaliza su página con fotos, colores y enlaces. Publica una oferta de patrocinio con precio y duración. La marca encuentra la información y puede enviar una propuesta desde esa misma página.</a:t>
            </a:r>
          </a:p>
          <a:p xmlns:a="http://schemas.openxmlformats.org/drawingml/2006/main">
            <a:r>
              <a:t>Referencia visual: https://vynx.me/ . Capacidades del MVP: proyecto local Vynx y pruebas reportadas por su creador.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0:55–1:20. El creador publica su oferta. La marca conecta su wallet y envía una propuesta firmada. El creador la revisa y aprueba desde el dashboard. Phantom identifica a los participantes. El pago usa USDC en Solana devnet, pero la prueba completa del pago sigue pendiente.</a:t>
            </a:r>
          </a:p>
          <a:p xmlns:a="http://schemas.openxmlformats.org/drawingml/2006/main">
            <a:r>
              <a:t>Referencia visual: https://vynx.me/ . Capacidades del MVP: proyecto local Vynx y pruebas reportadas por su creador.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1:20–1:40. Ya probamos la publicación del perfil, el envío de una propuesta desde otra wallet y su aprobación. El dashboard permite seguir las campañas. En la demo mostramos ese recorrido. Aún falta completar la prueba de pago en devnet.</a:t>
            </a:r>
          </a:p>
          <a:p xmlns:a="http://schemas.openxmlformats.org/drawingml/2006/main">
            <a:r>
              <a:t>Referencia visual: https://vynx.me/ . Capacidades del MVP: proyecto local Vynx y pruebas reportadas por su creador.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1:40–1:58. Ahora buscamos completar la prueba de pago y probar el producto con creadores y marcas. Queremos validar si una oferta clara y un único lugar para gestionar propuestas simplifican sus colaboraciones. Esto es Vynx. Gracias.</a:t>
            </a:r>
          </a:p>
          <a:p xmlns:a="http://schemas.openxmlformats.org/drawingml/2006/main">
            <a:r>
              <a:t>Referencia visual: https://vynx.me/ . Capacidades del MVP: proyecto local Vynx y pruebas reportadas por su creador.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e51fff6bc44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2d60902b50403b" /><Relationship Type="http://schemas.openxmlformats.org/officeDocument/2006/relationships/slideLayout" Target="/ppt/slideLayouts/slideLayout1.xml" Id="R783da66a1a1443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3da66a1a1443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170abf9c74142" /><Relationship Type="http://schemas.openxmlformats.org/officeDocument/2006/relationships/image" Target="/ppt/media/image.png" Id="R92dd0e991c624751" /><Relationship Type="http://schemas.openxmlformats.org/officeDocument/2006/relationships/notesSlide" Target="/ppt/notesSlides/notesSlide1.xml" Id="R0ff9a7be201d4b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c10e2fc5b4fc9" /><Relationship Type="http://schemas.openxmlformats.org/officeDocument/2006/relationships/notesSlide" Target="/ppt/notesSlides/notesSlide2.xml" Id="R6855cc3ff81243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a960570524604" /><Relationship Type="http://schemas.openxmlformats.org/officeDocument/2006/relationships/notesSlide" Target="/ppt/notesSlides/notesSlide3.xml" Id="Rb11942a4336246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d47d4028b439c" /><Relationship Type="http://schemas.openxmlformats.org/officeDocument/2006/relationships/notesSlide" Target="/ppt/notesSlides/notesSlide4.xml" Id="R98930b9f4c0341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329e2de1b4390" /><Relationship Type="http://schemas.openxmlformats.org/officeDocument/2006/relationships/notesSlide" Target="/ppt/notesSlides/notesSlide5.xml" Id="R8deadb2310f845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98701d07141aa" /><Relationship Type="http://schemas.openxmlformats.org/officeDocument/2006/relationships/notesSlide" Target="/ppt/notesSlides/notesSlide6.xml" Id="R0de8bfda2f1041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0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FB1B2-FD1B-4F04-ACFE-9DA5883F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VYNX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532F5-F046-428B-BB4B-E924FFE7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TU ESPACIO.</a:t>
            </a:r>
          </a:p>
          <a:p xmlns:a="http://schemas.openxmlformats.org/drawingml/2006/main">
            <a:pPr>
              <a:defRPr sz="465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TUS COLABORACIONES.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83FC9-13BA-4BD5-8370-AC362EEF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055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19710-1F30-4E6C-9620-F446C408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F5A0"/>
                </a:solidFill>
                <a:latin typeface="Arial"/>
                <a:ea typeface="Arial"/>
                <a:cs typeface="Arial"/>
              </a:rPr>
              <a:t>Patrocinios para creadores en Solana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F4356-9D5D-4A49-9426-3ACF2190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vynx.me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d0e991c624751"/>
          <a:stretch xmlns:a="http://schemas.openxmlformats.org/drawingml/2006/main"/>
        </p:blipFill>
        <p:spPr>
          <a:xfrm xmlns:a="http://schemas.openxmlformats.org/drawingml/2006/main">
            <a:off x="7953375" y="2857500"/>
            <a:ext cx="3143250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81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0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E2181-2779-43F2-AEAC-1CAD02B4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VYNX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16B94-CCF1-449A-B025-5E5EFB3C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EL PATROCINIO SE DISPERSA</a:t>
            </a:r>
          </a:p>
          <a:p xmlns:a="http://schemas.openxmlformats.org/drawingml/2006/main">
            <a:pPr>
              <a:defRPr sz="465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ENTRE MENSAJES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2F447-07DB-4595-8820-736562C7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055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67255-76CC-4182-8253-64DC8DBF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La oferta vive en un perfil.</a:t>
            </a:r>
          </a:p>
          <a:p xmlns:a="http://schemas.openxmlformats.org/drawingml/2006/main">
            <a:pPr>
              <a:defRPr sz="270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La negociación, en un chat.</a:t>
            </a:r>
          </a:p>
          <a:p xmlns:a="http://schemas.openxmlformats.org/drawingml/2006/main">
            <a:pPr>
              <a:defRPr sz="270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El seguimiento queda separado.</a:t>
            </a:r>
          </a:p>
        </p:txBody>
      </p:sp>
    </p:spTree>
    <p:extLst>
      <p:ext uri="{BB962C8B-B14F-4D97-AF65-F5344CB8AC3E}">
        <p14:creationId xmlns:p14="http://schemas.microsoft.com/office/powerpoint/2010/main" val="1317145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0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D1C18-DEC5-4510-A0B8-5A50214C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VYNX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4A727-465D-4A24-B7AE-0D20947D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UNA PÁGINA PARA</a:t>
            </a:r>
          </a:p>
          <a:p xmlns:a="http://schemas.openxmlformats.org/drawingml/2006/main">
            <a:pPr>
              <a:defRPr sz="465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PRESENTAR TU OFERTA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81F88-B4F9-45D2-935E-4B96F476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055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5AE5C-6E60-42B8-BD88-82702E61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F5A0"/>
                </a:solidFill>
                <a:latin typeface="Arial"/>
                <a:ea typeface="Arial"/>
                <a:cs typeface="Arial"/>
              </a:rPr>
              <a:t>Perfil propio y enlaces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5F276-DBF2-4D6D-8997-1DF84F05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00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Precio y duración visibles</a:t>
            </a:r>
          </a:p>
          <a:p xmlns:a="http://schemas.openxmlformats.org/drawingml/2006/main">
            <a:pPr>
              <a:defRPr sz="2550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Propuestas desde la página pública</a:t>
            </a:r>
          </a:p>
        </p:txBody>
      </p:sp>
    </p:spTree>
    <p:extLst>
      <p:ext uri="{BB962C8B-B14F-4D97-AF65-F5344CB8AC3E}">
        <p14:creationId xmlns:p14="http://schemas.microsoft.com/office/powerpoint/2010/main" val="1209200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0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F799EF-0834-47FA-8D8E-8595C233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VYNX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40CB1-D594-4D94-9815-C0454041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EL FLUJO DE UNA</a:t>
            </a:r>
          </a:p>
          <a:p xmlns:a="http://schemas.openxmlformats.org/drawingml/2006/main">
            <a:pPr>
              <a:defRPr sz="465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COLABORACIÓN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6DC8B-EB5C-4020-B886-D7876139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055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A63E8-EA24-4C42-8328-6F58897C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382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7F5FA"/>
                </a:solidFill>
                <a:latin typeface="Arial"/>
                <a:ea typeface="Arial"/>
                <a:cs typeface="Arial"/>
              </a:rPr>
              <a:t>01  El creador publica su oferta</a:t>
            </a:r>
          </a:p>
          <a:p xmlns:a="http://schemas.openxmlformats.org/drawingml/2006/main">
            <a:pPr>
              <a:defRPr sz="2550" b="0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7F5FA"/>
                </a:solidFill>
                <a:latin typeface="Arial"/>
                <a:ea typeface="Arial"/>
                <a:cs typeface="Arial"/>
              </a:rPr>
              <a:t>02  La marca envía una propuesta</a:t>
            </a:r>
          </a:p>
          <a:p xmlns:a="http://schemas.openxmlformats.org/drawingml/2006/main">
            <a:pPr>
              <a:defRPr sz="2550" b="0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7F5FA"/>
                </a:solidFill>
                <a:latin typeface="Arial"/>
                <a:ea typeface="Arial"/>
                <a:cs typeface="Arial"/>
              </a:rPr>
              <a:t>03  El creador revisa y aprueba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D7DF4-9216-42F6-B04A-9383596E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F5A0"/>
                </a:solidFill>
                <a:latin typeface="Arial"/>
                <a:ea typeface="Arial"/>
                <a:cs typeface="Arial"/>
              </a:rPr>
              <a:t>Pago con USDC en devnet: validación completa pendiente</a:t>
            </a:r>
          </a:p>
        </p:txBody>
      </p:sp>
    </p:spTree>
    <p:extLst>
      <p:ext uri="{BB962C8B-B14F-4D97-AF65-F5344CB8AC3E}">
        <p14:creationId xmlns:p14="http://schemas.microsoft.com/office/powerpoint/2010/main" val="19573745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0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B96F4-7E5C-4C3C-8C3C-81325E2E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VYNX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822A7-CDF7-4BE7-9D9E-2010065F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EL MVP YA TIENE</a:t>
            </a:r>
          </a:p>
          <a:p xmlns:a="http://schemas.openxmlformats.org/drawingml/2006/main">
            <a:pPr>
              <a:defRPr sz="465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UN RECORRIDO FUNCIONAL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A4EB4-9675-46B0-B808-7EEB23CB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055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56690-F113-4551-AD62-60FBF841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47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F5A0"/>
                </a:solidFill>
                <a:latin typeface="Arial"/>
                <a:ea typeface="Arial"/>
                <a:cs typeface="Arial"/>
              </a:rPr>
              <a:t>Perfil publicado</a:t>
            </a:r>
          </a:p>
          <a:p xmlns:a="http://schemas.openxmlformats.org/drawingml/2006/main">
            <a:pPr>
              <a:defRPr sz="2775" b="1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F5A0"/>
                </a:solidFill>
                <a:latin typeface="Arial"/>
                <a:ea typeface="Arial"/>
                <a:cs typeface="Arial"/>
              </a:rPr>
              <a:t>Propuesta enviada desde otra wallet</a:t>
            </a:r>
          </a:p>
          <a:p xmlns:a="http://schemas.openxmlformats.org/drawingml/2006/main">
            <a:pPr>
              <a:defRPr sz="2775" b="1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F5A0"/>
                </a:solidFill>
                <a:latin typeface="Arial"/>
                <a:ea typeface="Arial"/>
                <a:cs typeface="Arial"/>
              </a:rPr>
              <a:t>Aprobación del creador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954A4-5D9F-4744-BFCB-D85BF5FE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Próxima validación: pago completo en devnet</a:t>
            </a:r>
          </a:p>
        </p:txBody>
      </p:sp>
    </p:spTree>
    <p:extLst>
      <p:ext uri="{BB962C8B-B14F-4D97-AF65-F5344CB8AC3E}">
        <p14:creationId xmlns:p14="http://schemas.microsoft.com/office/powerpoint/2010/main" val="12900767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0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8302D-68C7-4720-909E-263E9F50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E82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E82FF"/>
                </a:solidFill>
                <a:latin typeface="Arial"/>
                <a:ea typeface="Arial"/>
                <a:cs typeface="Arial"/>
              </a:rPr>
              <a:t>VYNX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C237DA-EC2D-4581-84C3-FC399B6B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7F5FA"/>
                </a:solidFill>
                <a:latin typeface="Arial"/>
                <a:ea typeface="Arial"/>
                <a:cs typeface="Arial"/>
              </a:rPr>
              <a:t>EL SIGUIENTE PASO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16334-6BD6-42C5-9654-375835B4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055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DB7C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DB7C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06780-7B0B-4D3A-9F0E-6D461080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7F5FA"/>
                </a:solidFill>
                <a:latin typeface="Arial"/>
                <a:ea typeface="Arial"/>
                <a:cs typeface="Arial"/>
              </a:rPr>
              <a:t>Completar la prueba de pago</a:t>
            </a:r>
          </a:p>
          <a:p xmlns:a="http://schemas.openxmlformats.org/drawingml/2006/main">
            <a:pPr>
              <a:defRPr sz="2850" b="0">
                <a:solidFill>
                  <a:srgbClr val="F7F5F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7F5FA"/>
                </a:solidFill>
                <a:latin typeface="Arial"/>
                <a:ea typeface="Arial"/>
                <a:cs typeface="Arial"/>
              </a:rPr>
              <a:t>Probar Vynx con creadores y marcas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5E803-64AB-4F5D-AF60-18698B57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F5A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F5A0"/>
                </a:solidFill>
                <a:latin typeface="Arial"/>
                <a:ea typeface="Arial"/>
                <a:cs typeface="Arial"/>
              </a:rPr>
              <a:t>vynx.me</a:t>
            </a:r>
          </a:p>
        </p:txBody>
      </p:sp>
    </p:spTree>
    <p:extLst>
      <p:ext uri="{BB962C8B-B14F-4D97-AF65-F5344CB8AC3E}">
        <p14:creationId xmlns:p14="http://schemas.microsoft.com/office/powerpoint/2010/main" val="1703824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2026-10-04T18:07:06.0090000Z</dcterms:created>
  <dcterms:modified xsi:type="dcterms:W3CDTF">2026-10-04T18:07:06.0090000Z</dcterms:modified>
</coreProperties>
</file>