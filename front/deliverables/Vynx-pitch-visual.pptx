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d0067fb48b43b6" /><Relationship Type="http://schemas.openxmlformats.org/officeDocument/2006/relationships/extended-properties" Target="/docProps/app.xml" Id="R1a6624da294a4d14" /><Relationship Type="http://schemas.openxmlformats.org/officeDocument/2006/relationships/officeDocument" Target="/ppt/presentation.xml" Id="R16d0e75f85b648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89f4ff464549a1"/>
  </p:sldMasterIdLst>
  <p:notesMasterIdLst>
    <p:notesMasterId xmlns:r="http://schemas.openxmlformats.org/officeDocument/2006/relationships" r:id="R45eedfca18014777"/>
  </p:notesMasterIdLst>
  <p:sldIdLst>
    <p:sldId xmlns:r="http://schemas.openxmlformats.org/officeDocument/2006/relationships" id="256" r:id="Rd66fc1b3a85543dc"/>
    <p:sldId xmlns:r="http://schemas.openxmlformats.org/officeDocument/2006/relationships" id="257" r:id="R6af0795665ab40d2"/>
    <p:sldId xmlns:r="http://schemas.openxmlformats.org/officeDocument/2006/relationships" id="258" r:id="Rb64ab19f46ac4c9c"/>
    <p:sldId xmlns:r="http://schemas.openxmlformats.org/officeDocument/2006/relationships" id="259" r:id="R7013d9727ca8421b"/>
    <p:sldId xmlns:r="http://schemas.openxmlformats.org/officeDocument/2006/relationships" id="260" r:id="Rf9339e1bef40493d"/>
    <p:sldId xmlns:r="http://schemas.openxmlformats.org/officeDocument/2006/relationships" id="261" r:id="R37e9ee95c6ad49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ff41ebae1c4e85" /><Relationship Type="http://schemas.openxmlformats.org/officeDocument/2006/relationships/slideMaster" Target="/ppt/slideMasters/slideMaster1.xml" Id="R6e89f4ff464549a1" /><Relationship Type="http://schemas.openxmlformats.org/officeDocument/2006/relationships/notesMaster" Target="/ppt/notesMasters/notesMaster1.xml" Id="R45eedfca18014777" /><Relationship Type="http://schemas.openxmlformats.org/officeDocument/2006/relationships/presProps" Target="/ppt/presProps.xml" Id="R7c32a0f8a2aa4bf2" /><Relationship Type="http://schemas.openxmlformats.org/officeDocument/2006/relationships/tableStyles" Target="/ppt/tableStyles.xml" Id="Ra97ddbe8bef5428e" /><Relationship Type="http://schemas.openxmlformats.org/officeDocument/2006/relationships/slide" Target="/ppt/slides/slide1.xml" Id="Rd66fc1b3a85543dc" /><Relationship Type="http://schemas.openxmlformats.org/officeDocument/2006/relationships/slide" Target="/ppt/slides/slide2.xml" Id="R6af0795665ab40d2" /><Relationship Type="http://schemas.openxmlformats.org/officeDocument/2006/relationships/slide" Target="/ppt/slides/slide3.xml" Id="Rb64ab19f46ac4c9c" /><Relationship Type="http://schemas.openxmlformats.org/officeDocument/2006/relationships/slide" Target="/ppt/slides/slide4.xml" Id="R7013d9727ca8421b" /><Relationship Type="http://schemas.openxmlformats.org/officeDocument/2006/relationships/slide" Target="/ppt/slides/slide5.xml" Id="Rf9339e1bef40493d" /><Relationship Type="http://schemas.openxmlformats.org/officeDocument/2006/relationships/slide" Target="/ppt/slides/slide6.xml" Id="R37e9ee95c6ad49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faa9a047dc47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bda1cdc8804639" /><Relationship Type="http://schemas.openxmlformats.org/officeDocument/2006/relationships/notesMaster" Target="/ppt/notesMasters/notesMaster1.xml" Id="R468595beb0ac40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75dabb6f37492d" /><Relationship Type="http://schemas.openxmlformats.org/officeDocument/2006/relationships/notesMaster" Target="/ppt/notesMasters/notesMaster1.xml" Id="R69cd167d456d4d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72ec5d38c4faf" /><Relationship Type="http://schemas.openxmlformats.org/officeDocument/2006/relationships/notesMaster" Target="/ppt/notesMasters/notesMaster1.xml" Id="R6e1116388c404b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5529885cbe480d" /><Relationship Type="http://schemas.openxmlformats.org/officeDocument/2006/relationships/notesMaster" Target="/ppt/notesMasters/notesMaster1.xml" Id="R7ddb553a8b944a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902621631d4fd5" /><Relationship Type="http://schemas.openxmlformats.org/officeDocument/2006/relationships/notesMaster" Target="/ppt/notesMasters/notesMaster1.xml" Id="R60d82e31a6f2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e678e241304a8a" /><Relationship Type="http://schemas.openxmlformats.org/officeDocument/2006/relationships/notesMaster" Target="/ppt/notesMasters/notesMaster1.xml" Id="Rfe8c0beb724d44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0:00–0:15. Hola, estoy construyendo Vynx. Ayudamos a creadores a presentar su oferta y gestionar colaboraciones con marcas desde su propia página.</a:t>
            </a:r>
          </a:p>
          <a:p xmlns:a="http://schemas.openxmlformats.org/drawingml/2006/main">
            <a:r>
              <a:t>Referencia visual: https://vynx.me/ . Las imágenes de creadores son ilustraciones de marca, no usuarios reales ni evidencia de tracción.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0:15–0:35. Muchas colaboraciones empiezan en mensajes. La oferta, la propuesta y el seguimiento quedan repartidos. Queremos validar si reunir ese recorrido simplifica la experiencia para ambas partes.</a:t>
            </a:r>
          </a:p>
          <a:p xmlns:a="http://schemas.openxmlformats.org/drawingml/2006/main">
            <a:r>
              <a:t>Referencia visual: https://vynx.me/ . Las imágenes de creadores son ilustraciones de marca, no usuarios reales ni evidencia de tracción.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0:35–0:55. El creador personaliza su página con fotos, colores y enlaces. Publica una oferta con precio y duración. La marca puede enviar una propuesta desde esa página.</a:t>
            </a:r>
          </a:p>
          <a:p xmlns:a="http://schemas.openxmlformats.org/drawingml/2006/main">
            <a:r>
              <a:t>Referencia visual: https://vynx.me/ . Las imágenes de creadores son ilustraciones de marca, no usuarios reales ni evidencia de tracción.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0:55–1:20. El creador publica su oferta. La marca conecta su wallet y envía una propuesta firmada. El creador la revisa y aprueba desde el dashboard. Phantom identifica a los participantes. Implementamos el pago USDC en Solana devnet. Su prueba completa sigue pendiente.</a:t>
            </a:r>
          </a:p>
          <a:p xmlns:a="http://schemas.openxmlformats.org/drawingml/2006/main">
            <a:r>
              <a:t>Referencia visual: https://vynx.me/ . Las imágenes de creadores son ilustraciones de marca, no usuarios reales ni evidencia de tracción.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1:20–1:40. Ya probamos la publicación del perfil, el envío de una propuesta desde otra wallet y su aprobación. La demo muestra ese recorrido. Nuestra siguiente validación es el pago completo en devnet.</a:t>
            </a:r>
          </a:p>
          <a:p xmlns:a="http://schemas.openxmlformats.org/drawingml/2006/main">
            <a:r>
              <a:t>Referencia visual: https://vynx.me/ . Las imágenes de creadores son ilustraciones de marca, no usuarios reales ni evidencia de tracción.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1:40–1:58. Ahora queremos completar la prueba de pago y validar Vynx con creadores y marcas. Queremos entender si una oferta clara y un lugar para gestionar propuestas facilitan sus colaboraciones. Gracias.</a:t>
            </a:r>
          </a:p>
          <a:p xmlns:a="http://schemas.openxmlformats.org/drawingml/2006/main">
            <a:r>
              <a:t>Referencia visual: https://vynx.me/ . Las imágenes de creadores son ilustraciones de marca, no usuarios reales ni evidencia de tracción.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2cf9bd0d04d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52fa0ee22143bf" /><Relationship Type="http://schemas.openxmlformats.org/officeDocument/2006/relationships/slideLayout" Target="/ppt/slideLayouts/slideLayout1.xml" Id="Rc668a2a1228b47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8a2a1228b47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0754b43e44677" /><Relationship Type="http://schemas.openxmlformats.org/officeDocument/2006/relationships/image" Target="/ppt/media/image.jpeg" Id="R35ec799d38d54577" /><Relationship Type="http://schemas.openxmlformats.org/officeDocument/2006/relationships/notesSlide" Target="/ppt/notesSlides/notesSlide1.xml" Id="R6f0472eeaac148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e4580a367445f" /><Relationship Type="http://schemas.openxmlformats.org/officeDocument/2006/relationships/image" Target="/ppt/media/image2.jpeg" Id="Rafab54432a7b4b5a" /><Relationship Type="http://schemas.openxmlformats.org/officeDocument/2006/relationships/notesSlide" Target="/ppt/notesSlides/notesSlide2.xml" Id="Reb0dbd79bfe144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fa851b9944770" /><Relationship Type="http://schemas.openxmlformats.org/officeDocument/2006/relationships/image" Target="/ppt/media/image3.jpeg" Id="Rd46d32ffc3114868" /><Relationship Type="http://schemas.openxmlformats.org/officeDocument/2006/relationships/notesSlide" Target="/ppt/notesSlides/notesSlide3.xml" Id="Rb481796c5a6349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9059ec4d34c4d" /><Relationship Type="http://schemas.openxmlformats.org/officeDocument/2006/relationships/notesSlide" Target="/ppt/notesSlides/notesSlide4.xml" Id="Rdbdc846d79d84c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6fc37fe774d2d" /><Relationship Type="http://schemas.openxmlformats.org/officeDocument/2006/relationships/image" Target="/ppt/media/image4.jpeg" Id="R66decc3f174341a8" /><Relationship Type="http://schemas.openxmlformats.org/officeDocument/2006/relationships/notesSlide" Target="/ppt/notesSlides/notesSlide5.xml" Id="Rf13ac0bb057348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6e4d0fc224166" /><Relationship Type="http://schemas.openxmlformats.org/officeDocument/2006/relationships/image" Target="/ppt/media/image.png" Id="R267b03c8567a40f1" /><Relationship Type="http://schemas.openxmlformats.org/officeDocument/2006/relationships/notesSlide" Target="/ppt/notesSlides/notesSlide6.xml" Id="R3b7c5aae1e144b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c799d38d54577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A1BF6-FD47-44C5-A521-C80F9614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VYNX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BB1BE-F092-4D28-A9CD-3610450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286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TU ESPACIO.</a:t>
            </a:r>
          </a:p>
          <a:p xmlns:a="http://schemas.openxmlformats.org/drawingml/2006/main">
            <a:pPr>
              <a:defRPr sz="390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TUS COLABORACIONES.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017B5-479D-481C-BEB9-537CE38F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F5A0"/>
                </a:solidFill>
                <a:latin typeface="Arial"/>
                <a:ea typeface="Arial"/>
                <a:cs typeface="Arial"/>
              </a:rPr>
              <a:t>Patrocinios para creadores</a:t>
            </a:r>
          </a:p>
          <a:p xmlns:a="http://schemas.openxmlformats.org/drawingml/2006/main">
            <a:pPr>
              <a:defRPr sz="2400" b="0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F5A0"/>
                </a:solidFill>
                <a:latin typeface="Arial"/>
                <a:ea typeface="Arial"/>
                <a:cs typeface="Arial"/>
              </a:rPr>
              <a:t>en Solana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66065-9D78-4807-A8FC-6A322C9A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vynx.me</a:t>
            </a:r>
          </a:p>
        </p:txBody>
      </p:sp>
    </p:spTree>
    <p:extLst>
      <p:ext uri="{BB962C8B-B14F-4D97-AF65-F5344CB8AC3E}">
        <p14:creationId xmlns:p14="http://schemas.microsoft.com/office/powerpoint/2010/main" val="1139650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b54432a7b4b5a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684A2-BDC9-4230-9607-C309708E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580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588E0-C1ED-4421-9D93-88417750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00200"/>
            <a:ext cx="6096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UNA COLABORACIÓN.</a:t>
            </a:r>
          </a:p>
          <a:p xmlns:a="http://schemas.openxmlformats.org/drawingml/2006/main">
            <a:pPr>
              <a:defRPr sz="360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VARIOS LUGARES.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1B035-F511-412E-9A63-7514EA68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48075"/>
            <a:ext cx="5905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Oferta en un perfil</a:t>
            </a:r>
          </a:p>
          <a:p xmlns:a="http://schemas.openxmlformats.org/drawingml/2006/main">
            <a:pPr>
              <a:defRPr sz="23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Propuesta en un chat</a:t>
            </a:r>
          </a:p>
          <a:p xmlns:a="http://schemas.openxmlformats.org/drawingml/2006/main">
            <a:pPr>
              <a:defRPr sz="23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Seguimiento por separado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874A8-F37E-497D-8745-D5AAB40F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2932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F5A0"/>
                </a:solidFill>
                <a:latin typeface="Arial"/>
                <a:ea typeface="Arial"/>
                <a:cs typeface="Arial"/>
              </a:rPr>
              <a:t>Hipótesis para validar con usuarios</a:t>
            </a:r>
          </a:p>
        </p:txBody>
      </p:sp>
    </p:spTree>
    <p:extLst>
      <p:ext uri="{BB962C8B-B14F-4D97-AF65-F5344CB8AC3E}">
        <p14:creationId xmlns:p14="http://schemas.microsoft.com/office/powerpoint/2010/main" val="1529186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d32ffc3114868"/>
          <a:srcRect xmlns:a="http://schemas.openxmlformats.org/drawingml/2006/main" l="25370" t="0" r="253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0"/>
            <a:ext cx="5067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869A6-B7A4-4540-82A2-9B9B490B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B4D4A-C684-4299-AD91-BE1751BC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647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TU OFERTA EN</a:t>
            </a:r>
          </a:p>
          <a:p xmlns:a="http://schemas.openxmlformats.org/drawingml/2006/main">
            <a:pPr>
              <a:defRPr sz="4275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UNA PÁGINA.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378FB-E879-4E7B-B792-A8C6DB66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Identidad y enlaces propios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A3F5C-573B-4040-A835-4C5A74B7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Precio y duración visibles</a:t>
            </a:r>
          </a:p>
          <a:p xmlns:a="http://schemas.openxmlformats.org/drawingml/2006/main">
            <a:pPr>
              <a:defRPr sz="22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Propuestas desde tu perfil</a:t>
            </a:r>
          </a:p>
        </p:txBody>
      </p:sp>
    </p:spTree>
    <p:extLst>
      <p:ext uri="{BB962C8B-B14F-4D97-AF65-F5344CB8AC3E}">
        <p14:creationId xmlns:p14="http://schemas.microsoft.com/office/powerpoint/2010/main" val="1726916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159B4-7E5F-474B-AA4F-4D81D2DD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EL RECORRIDO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BDD7D-A326-4C67-9E4F-F94F4374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DEL PERFIL A LA COLABORACIÓN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4EA00-F0C3-4FB8-BB32-8D9DDEBB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96B06-E733-45C8-BA68-C0C43B2C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8C085-FF4D-471C-8A4F-BFC0AC07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El creador define</a:t>
            </a:r>
          </a:p>
          <a:p xmlns:a="http://schemas.openxmlformats.org/drawingml/2006/main">
            <a:pPr>
              <a:defRPr sz="19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su oferta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50993-C504-429A-8170-026C7C5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14625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F61E7-ABEF-492C-BE24-74A183B4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0025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PROPONER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045BE-4168-4ED1-8325-9AEAE599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339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La marca envía</a:t>
            </a:r>
          </a:p>
          <a:p xmlns:a="http://schemas.openxmlformats.org/drawingml/2006/main">
            <a:pPr>
              <a:defRPr sz="19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su propuesta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8738E-60AF-4994-AE0E-008ACD0C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14625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32810-FC07-4751-A8AD-3EBE0DA9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0025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APROBAR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7E566-FE51-4E66-A76E-839BD42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El creador decide</a:t>
            </a:r>
          </a:p>
          <a:p xmlns:a="http://schemas.openxmlformats.org/drawingml/2006/main">
            <a:pPr>
              <a:defRPr sz="19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desde el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05094-24A4-4A68-9D56-B6438351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Phantom y Solana   /   Pago USDC en devnet pendiente de prueba completa</a:t>
            </a:r>
          </a:p>
        </p:txBody>
      </p:sp>
    </p:spTree>
    <p:extLst>
      <p:ext uri="{BB962C8B-B14F-4D97-AF65-F5344CB8AC3E}">
        <p14:creationId xmlns:p14="http://schemas.microsoft.com/office/powerpoint/2010/main" val="1643709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ecc3f174341a8"/>
          <a:srcRect xmlns:a="http://schemas.openxmlformats.org/drawingml/2006/main" l="30093" t="0" r="300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A667D-F48D-4DB8-9D3C-C921E46C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MVP ACTUAL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69A3C-4B2F-4B1B-92AC-B72DD7C3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7286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YA PROBAMOS</a:t>
            </a:r>
          </a:p>
          <a:p xmlns:a="http://schemas.openxmlformats.org/drawingml/2006/main">
            <a:pPr>
              <a:defRPr sz="390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EL FLUJO INICIAL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71BF3-6A8F-4AE8-A078-1996B705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714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01  Perfil publicado</a:t>
            </a:r>
          </a:p>
          <a:p xmlns:a="http://schemas.openxmlformats.org/drawingml/2006/main">
            <a:pPr>
              <a:defRPr sz="2175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02  Propuesta desde otra wallet</a:t>
            </a:r>
          </a:p>
          <a:p xmlns:a="http://schemas.openxmlformats.org/drawingml/2006/main">
            <a:pPr>
              <a:defRPr sz="2175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03  Aprobación del creador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DA6D8-9B76-44A0-992B-FCE4C8F4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Pago completo en devnet: siguiente validación</a:t>
            </a:r>
          </a:p>
        </p:txBody>
      </p:sp>
    </p:spTree>
    <p:extLst>
      <p:ext uri="{BB962C8B-B14F-4D97-AF65-F5344CB8AC3E}">
        <p14:creationId xmlns:p14="http://schemas.microsoft.com/office/powerpoint/2010/main" val="61108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b03c8567a40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571625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957F2-8B0B-477D-84AA-207715CA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LO QUE SIGUE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5959F-2FA9-48DC-81AF-5C3CDDF9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7191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PROBAR VYNX</a:t>
            </a:r>
          </a:p>
          <a:p xmlns:a="http://schemas.openxmlformats.org/drawingml/2006/main">
            <a:pPr>
              <a:defRPr sz="4425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CON CREADORES</a:t>
            </a:r>
          </a:p>
          <a:p xmlns:a="http://schemas.openxmlformats.org/drawingml/2006/main">
            <a:pPr>
              <a:defRPr sz="4425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Y MARCAS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2D99F-4D7C-41ED-8E11-CF2BD99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709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Completar el pago en devnet</a:t>
            </a:r>
          </a:p>
          <a:p xmlns:a="http://schemas.openxmlformats.org/drawingml/2006/main">
            <a:pPr>
              <a:defRPr sz="22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Validar la experiencia con usuarios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0CD23-377D-4DC9-BA94-F51489B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vynx.me</a:t>
            </a:r>
          </a:p>
        </p:txBody>
      </p:sp>
    </p:spTree>
    <p:extLst>
      <p:ext uri="{BB962C8B-B14F-4D97-AF65-F5344CB8AC3E}">
        <p14:creationId xmlns:p14="http://schemas.microsoft.com/office/powerpoint/2010/main" val="32377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2026-10-04T18:12:04.7910000Z</dcterms:created>
  <dcterms:modified xsi:type="dcterms:W3CDTF">2026-10-04T18:12:04.7910000Z</dcterms:modified>
</coreProperties>
</file>